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b77c84c5134887" /><Relationship Type="http://schemas.openxmlformats.org/officeDocument/2006/relationships/extended-properties" Target="/docProps/app.xml" Id="R59463044abc64fff" /><Relationship Type="http://schemas.openxmlformats.org/officeDocument/2006/relationships/officeDocument" Target="/ppt/presentation.xml" Id="Ra9aa841277bf46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6b2b497d9f4a93"/>
  </p:sldMasterIdLst>
  <p:notesMasterIdLst>
    <p:notesMasterId xmlns:r="http://schemas.openxmlformats.org/officeDocument/2006/relationships" r:id="R32d23180ab3e476d"/>
  </p:notesMasterIdLst>
  <p:sldIdLst>
    <p:sldId xmlns:r="http://schemas.openxmlformats.org/officeDocument/2006/relationships" id="256" r:id="Rdb2df9d874ae4a1f"/>
    <p:sldId xmlns:r="http://schemas.openxmlformats.org/officeDocument/2006/relationships" id="257" r:id="Rd58ab0d902b544fc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d3635d7b3448fc" /><Relationship Type="http://schemas.openxmlformats.org/officeDocument/2006/relationships/slideMaster" Target="/ppt/slideMasters/slideMaster1.xml" Id="Rcb6b2b497d9f4a93" /><Relationship Type="http://schemas.openxmlformats.org/officeDocument/2006/relationships/notesMaster" Target="/ppt/notesMasters/notesMaster1.xml" Id="R32d23180ab3e476d" /><Relationship Type="http://schemas.openxmlformats.org/officeDocument/2006/relationships/presProps" Target="/ppt/presProps.xml" Id="Ra44bb769dbe44129" /><Relationship Type="http://schemas.openxmlformats.org/officeDocument/2006/relationships/viewProps" Target="/ppt/viewProps.xml" Id="R3ebd9e3a89494871" /><Relationship Type="http://schemas.openxmlformats.org/officeDocument/2006/relationships/tableStyles" Target="/ppt/tableStyles.xml" Id="R88457e9d7d1d462c" /><Relationship Type="http://schemas.openxmlformats.org/officeDocument/2006/relationships/slide" Target="/ppt/slides/slide1.xml" Id="Rdb2df9d874ae4a1f" /><Relationship Type="http://schemas.openxmlformats.org/officeDocument/2006/relationships/slide" Target="/ppt/slides/slide2.xml" Id="Rd58ab0d902b544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65cec405fb4b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6eb6f816b241a2" /><Relationship Type="http://schemas.openxmlformats.org/officeDocument/2006/relationships/notesMaster" Target="/ppt/notesMasters/notesMaster1.xml" Id="Ra1e1f02457f64f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e1101871134e25" /><Relationship Type="http://schemas.openxmlformats.org/officeDocument/2006/relationships/notesMaster" Target="/ppt/notesMasters/notesMaster1.xml" Id="R75941ee382d94d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c2fbb09d843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f49fd799474f0b" /><Relationship Type="http://schemas.openxmlformats.org/officeDocument/2006/relationships/slideLayout" Target="/ppt/slideLayouts/slideLayout1.xml" Id="Rfb212bfe413344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212bfe413344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a78f8ee744eb3" /><Relationship Type="http://schemas.openxmlformats.org/officeDocument/2006/relationships/image" Target="/ppt/media/image.png" Id="Rf3c38fe6422f4954" /><Relationship Type="http://schemas.openxmlformats.org/officeDocument/2006/relationships/notesSlide" Target="/ppt/notesSlides/notesSlide1.xml" Id="R191417fdfad948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0699352634717" /><Relationship Type="http://schemas.openxmlformats.org/officeDocument/2006/relationships/image" Target="/ppt/media/image2.png" Id="Rdedad580546d4264" /><Relationship Type="http://schemas.openxmlformats.org/officeDocument/2006/relationships/image" Target="/ppt/media/image3.png" Id="R50480e73b4654779" /><Relationship Type="http://schemas.openxmlformats.org/officeDocument/2006/relationships/notesSlide" Target="/ppt/notesSlides/notesSlide2.xml" Id="R442f07078aa04a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B1AB53-488E-4BD6-B7A9-5E42E159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B8F87"/>
                </a:solidFill>
                <a:latin typeface="Microsoft YaHei"/>
                <a:ea typeface="Microsoft YaHei"/>
                <a:cs typeface="Microsoft YaHei"/>
              </a:rPr>
              <a:t>Real-hardware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5E9CC-5DB0-4696-998B-1C8D7C1F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685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mROS2-ESP32 QoS 近期进展：实机运行结果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99226-E31B-47FA-8F8D-2F607B7D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3850"/>
            <a:ext cx="1771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rPr>
              <a:t>2026-06-10 | mROS2-ESP32 QoS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0B839-10CD-4388-A27A-8F7C5B5F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5363"/>
            <a:ext cx="834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60B1D-A9F1-445A-B6B0-59CA4238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83343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65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rPr>
              <a:t>把汇报重点从“说明已经实现”调整为“展示真实运行证据”：预检脚本完成双向 RELIABLE 通信、QoS CLI 检查、ESP32 行为验证和 reset 复测。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38fe6422f4954"/>
          <a:stretch xmlns:a="http://schemas.openxmlformats.org/drawingml/2006/main"/>
        </p:blipFill>
        <p:spPr>
          <a:xfrm xmlns:a="http://schemas.openxmlformats.org/drawingml/2006/main">
            <a:off x="403116" y="1600200"/>
            <a:ext cx="5089742" cy="2019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DA272-A5D2-4A5D-837A-1944F076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00200"/>
            <a:ext cx="302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313D6-B2D1-4093-9B3C-4D9BB4C8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002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54CA4-0363-4D8D-8283-8DF70850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1450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这张截图证明什么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3F613-4F55-4FDB-A9C1-AAEE28C0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71675"/>
            <a:ext cx="2743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48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rPr>
              <a:t>ESP32 发布端与 ROS2 订阅端匹配，ESP32 订阅端与 ROS2 发布端匹配；ROS2 host 收到 ESP32 数据并回包；ESP32 实际收到 40 条 reply，丢包为 0。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366B7-107E-49DD-94B6-70348764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3028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0EFB0-9A86-45A2-8ACE-7B8BE2AC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6DF95-8CC2-4812-B2F8-9D67A760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146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现场汇报口径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1F611-D7AF-4449-825E-D4A40057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71825"/>
            <a:ext cx="2743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48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8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rPr>
              <a:t>TX 表示 ESP32 发出的消息；RX 表示 ESP32 收到 ROS2 回包。TX/RX 40/40 是双向实机通信闭环，不是单机自测。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BCC6B-E9A7-4BC2-B6C9-DFF368AE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1885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6EB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D2377-70C7-481B-83E9-0A86A62A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803C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6F394-0C34-4C1D-A1D3-8BAD4010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1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rPr>
              <a:t>严格 preflight 最终通过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665E7-96CE-4B01-AF11-7A04B739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24300"/>
            <a:ext cx="1885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50BDD-19D6-4B07-BE2D-F80CCE14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19550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8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8F87"/>
                </a:solidFill>
                <a:latin typeface="Microsoft YaHei"/>
                <a:ea typeface="Microsoft YaHei"/>
                <a:cs typeface="Microsoft YaHei"/>
              </a:rPr>
              <a:t>RELIABLE ×2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37EA6-E133-43C4-A5FE-D6529A1A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33875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1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rPr>
              <a:t>上行和回包均为 RELIABLE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140554-8266-4B12-A0F7-981AE93B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24300"/>
            <a:ext cx="1885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530B57-ECD1-4B47-85A7-34393509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19550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TX/RX 40/40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FCCC78-6B06-41A7-A5E8-B2D3BD2F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33875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1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rPr>
              <a:t>双向 echo 闭环完成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ED29E-5D0B-4BDA-BC70-7F00A3A2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24300"/>
            <a:ext cx="1885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6F6EB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64D5EA-0E54-4CEC-8F58-779C9BC3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803C"/>
                </a:solidFill>
                <a:latin typeface="Microsoft YaHei"/>
                <a:ea typeface="Microsoft YaHei"/>
                <a:cs typeface="Microsoft YaHei"/>
              </a:rPr>
              <a:t>3/3 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3AFC81-A2D2-4527-AB1C-FE4A6D0F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33875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1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rPr>
              <a:t>reset stress 复测通过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E414EF-E445-4C3B-A3C4-88FDEDAC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83439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rPr>
              <a:t>日志来源：/home/wangpei/mros2/mros2-esp32/results/qos_preflight_20260610_030606</a:t>
            </a:r>
          </a:p>
        </p:txBody>
      </p:sp>
    </p:spTree>
    <p:extLst>
      <p:ext uri="{BB962C8B-B14F-4D97-AF65-F5344CB8AC3E}">
        <p14:creationId xmlns:p14="http://schemas.microsoft.com/office/powerpoint/2010/main" val="6168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4A85EF-A0F7-4649-834C-5F36B39C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B8F87"/>
                </a:solidFill>
                <a:latin typeface="Microsoft YaHei"/>
                <a:ea typeface="Microsoft YaHei"/>
                <a:cs typeface="Microsoft YaHei"/>
              </a:rPr>
              <a:t>QoS evidence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557A0-8A2C-493B-BD4B-25798749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685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七类 QoS 证据：ROS2 CLI 截图 + ESP32 行为截图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02237-1848-49A0-9B5B-B574B94F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3850"/>
            <a:ext cx="1771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rPr>
              <a:t>2026-06-10 | mROS2-ESP32 QoS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31EBF-7FCE-48B5-8838-1C0CDE99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5363"/>
            <a:ext cx="834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26197-6673-4E11-8B59-797E0EAF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8343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8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8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rPr>
              <a:t>标准 ROS2 CLI 能直接证明 discovery 中可见的 QoS；History depth 与 Resource Limits 的实际生效，用 ESP32 monitor 行为日志证明。这个口径更专业，也更客观。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A9D20-B5A8-4600-8854-768BF6F7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ROS2 topic info --verbose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DBA3E-E5ED-4709-A06B-56511194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192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B8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0B8F87"/>
                </a:solidFill>
                <a:latin typeface="Microsoft YaHei"/>
                <a:ea typeface="Microsoft YaHei"/>
                <a:cs typeface="Microsoft YaHei"/>
              </a:rPr>
              <a:t>ESP32 monitor behavior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ad580546d4264"/>
          <a:stretch xmlns:a="http://schemas.openxmlformats.org/drawingml/2006/main"/>
        </p:blipFill>
        <p:spPr>
          <a:xfrm xmlns:a="http://schemas.openxmlformats.org/drawingml/2006/main">
            <a:off x="405342" y="1885950"/>
            <a:ext cx="3894667" cy="17526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80e73b4654779"/>
          <a:stretch xmlns:a="http://schemas.openxmlformats.org/drawingml/2006/main"/>
        </p:blipFill>
        <p:spPr>
          <a:xfrm xmlns:a="http://schemas.openxmlformats.org/drawingml/2006/main">
            <a:off x="4733925" y="1886479"/>
            <a:ext cx="4010025" cy="222779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A0747-C668-4CC1-9F63-C85B27D5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3905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E9968-7A2C-455C-95AA-79CE9439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CLI 可直接展示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B7D77-F69B-45DC-8C37-651CD670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81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rPr>
              <a:t>Reliability 双向 RELIABLE、Durability VOLATILE、Deadline / Lifespan 有限值、Liveliness AUTOMATIC。History 字段可见但 Depth 在 Humble 中显示 UNKNOWN。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81024-F94B-4693-A7B3-129A9512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267200"/>
            <a:ext cx="40100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A5012-4288-4877-BCAF-91AAD0EF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362450"/>
            <a:ext cx="3695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E8F1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E8F1FB"/>
                </a:solidFill>
                <a:latin typeface="Microsoft YaHei"/>
                <a:ea typeface="Microsoft YaHei"/>
                <a:cs typeface="Microsoft YaHei"/>
              </a:rPr>
              <a:t>Resource Limits 与 KEEP_LAST 用行为日志证明：History cache 5/5、burst rejection 30、Resource stats 30/30。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B3B4A-17EF-4D00-BA77-8AB8660B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85800"/>
            <a:ext cx="1619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6F6EB"/>
          </a:solidFill>
          <a:ln xmlns:a="http://schemas.openxmlformats.org/drawingml/2006/main" w="4763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88ED2-0951-4D4C-8EA2-2E5F3D95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771525"/>
            <a:ext cx="838200" cy="142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68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16803C"/>
                </a:solidFill>
                <a:latin typeface="Microsoft YaHei"/>
                <a:ea typeface="Microsoft YaHei"/>
                <a:cs typeface="Microsoft YaHei"/>
              </a:rPr>
              <a:t>reset stress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1AD1A-A8F6-48A0-B4E1-36E18FA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914400"/>
            <a:ext cx="1123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803C"/>
                </a:solidFill>
                <a:latin typeface="Microsoft YaHei"/>
                <a:ea typeface="Microsoft YaHei"/>
                <a:cs typeface="Microsoft YaHei"/>
              </a:rPr>
              <a:t>3/3 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18372-08E4-45A2-A987-6D9E0B17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8343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B6876"/>
                </a:solidFill>
                <a:latin typeface="Microsoft YaHei"/>
                <a:ea typeface="Microsoft YaHei"/>
                <a:cs typeface="Microsoft YaHei"/>
              </a:rPr>
              <a:t>结论：当前 demo 可以展示双向 RELIABLE 实机通信，以及七类 QoS 的配置/可见性/行为证据；仍按原型阶段表述，不宣称完整 DDS QoS 产品级实现。</a:t>
            </a:r>
          </a:p>
        </p:txBody>
      </p:sp>
    </p:spTree>
    <p:extLst>
      <p:ext uri="{BB962C8B-B14F-4D97-AF65-F5344CB8AC3E}">
        <p14:creationId xmlns:p14="http://schemas.microsoft.com/office/powerpoint/2010/main" val="1832652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2026-06-09T23:26:26.4740000Z</dcterms:created>
  <dcterms:modified xsi:type="dcterms:W3CDTF">2026-06-09T23:26:26.4740000Z</dcterms:modified>
</coreProperties>
</file>